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D9200-6402-42F3-A4A8-C21CC811E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6B03CF-D5D5-475B-968D-80B16D21D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72EC18-924B-46DC-91AD-CA5A201C5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C56319-C2CF-44A8-809F-8059207B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608FED-123F-49DB-A0F8-4F3C9727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6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40358-6837-4E9C-9864-ED168030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ADFC3E-6624-4E4E-AB53-93D6F3A4C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CCABD2-C24F-4BA5-8172-EF2DB0A3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4F34F6-5768-4289-A657-8BD12B0D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ED1BD-C961-45E5-A3AA-7DDCB2E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2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201CA-61D7-4241-BC36-B578AEA1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EF61A7-DAA8-4FF1-A96A-68D590F71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F06B8-995A-480A-B292-E4AAC0FF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24C39-0987-4438-A217-6059AC96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F0DF1C-5D98-45D7-8798-043A7E84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79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0A2C1-2C68-4013-BDF4-58920487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569EF-B404-4588-9276-EC51F2F83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71320E-9E10-4F97-8246-A525C5309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7C2A48-3D7D-4F99-B0D8-5595F36E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B30C2A-F611-4DE2-8EBD-34392898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3EF81E-50C9-4B77-9E16-C017F114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83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4847A-DDC5-4572-BB9D-B6FE0DED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B8101-1738-4541-BBD9-8675C0FD8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4F66C8-B6DE-4667-8822-19220A165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D61A3C-EDA2-4A46-B086-03B982C44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787E2B-90C9-4C92-8D7C-246632FDA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A2DF47-8672-44AC-B579-1BAAF2884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E09A3-281D-4A73-872D-70CE37FD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4C4337A-7425-49F8-9DCB-1E74CA8E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62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7AB85-5F75-41E2-A1AE-F3B9FC47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EBE089-5332-41D9-940B-C1568122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A3CCCF-F601-4B2E-A3E3-494755BA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055E03-347C-46B3-836A-75E0D6F4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4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E5A629-F6FD-477A-94F2-76BD7338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0678E2-3F26-4487-8AB7-C2DD9025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637031-6D5F-4687-AEFD-83492006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24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EF8BF-D911-46E8-82D2-F456E3B9E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CE2E0-68D8-4FB7-A3CB-658B8984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D2DE36-F651-46CE-B645-23CCF30BD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6AA057-6957-4A88-AC9F-A9C09E73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52A014-772A-4556-973A-691E55C0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8A7F67-E60C-4331-B867-FAA3EF31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1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84F7F-7CAF-49D0-82E0-4C1FA2035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55ED59-9470-4108-9AC5-BE2C88C75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CDD937-FA49-4B08-8286-0597CB9FE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6660E6-BC68-4FB2-B984-76B28CD0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FFCEBD-A8B1-4E34-B26D-6A3B4CBD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211BE8-D2AE-4F29-8199-F28627F2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83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126F2-EC49-4A3C-B9ED-22A0371E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DA741C-F5BD-4C54-93A6-8A7C382FE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1D3B39-DC7F-4203-B6AB-1C41A02E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51ED93-BC51-4DE3-A499-D539CF30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8F4BF-5254-44E5-A4EB-61825FAF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23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E6157C7-FFD1-45C6-AA90-C9A80A307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CB9920-514F-4DD0-B7A8-6983B6D72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D2359-BE9E-4733-B503-7AFA3566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7E2CE2-658B-4BFF-B5E8-2E4AEF27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475D-A6C1-44B1-89D2-2603243E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84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F5248-1461-4B2D-9452-1137FF02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023282-4FC4-4A45-B524-37F92853B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26C26-52D1-4C6F-BCDD-460360374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19C0-4F64-42D1-A884-28F76C0C4C1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24F932-9925-4172-9A0B-497803FBA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0AF99-6798-4A55-AE7E-31DBC8D1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4C2A6-492A-4ADB-B382-83834DB08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77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BE79F-59DB-4997-BBD3-29BC0BE8C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могло пойти не так?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AC0956-5C81-4951-AB70-0B64EF5E0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Сухоруков Арсений 25ИС2-6</a:t>
            </a:r>
          </a:p>
        </p:txBody>
      </p:sp>
    </p:spTree>
    <p:extLst>
      <p:ext uri="{BB962C8B-B14F-4D97-AF65-F5344CB8AC3E}">
        <p14:creationId xmlns:p14="http://schemas.microsoft.com/office/powerpoint/2010/main" val="241322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E7695-2142-4AD2-A03C-1CDA4083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Неудачные попытки создать внешний ключ…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2EEF2A-EC09-498A-9286-3D9F1EB35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115" y="1825625"/>
            <a:ext cx="5489769" cy="4351338"/>
          </a:xfrm>
        </p:spPr>
      </p:pic>
    </p:spTree>
    <p:extLst>
      <p:ext uri="{BB962C8B-B14F-4D97-AF65-F5344CB8AC3E}">
        <p14:creationId xmlns:p14="http://schemas.microsoft.com/office/powerpoint/2010/main" val="322670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EFCB4-0B2B-4D14-A651-E1124513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Отсутствие инструмента для создание таблиц через код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A8BBC30-EC3B-4067-AC73-6F0133ACF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127" y="1825625"/>
            <a:ext cx="400374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C45D5-4D6E-452D-B060-1B23DBE94DCF}"/>
              </a:ext>
            </a:extLst>
          </p:cNvPr>
          <p:cNvSpPr txBox="1"/>
          <p:nvPr/>
        </p:nvSpPr>
        <p:spPr>
          <a:xfrm>
            <a:off x="8641976" y="2088776"/>
            <a:ext cx="2393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PS: </a:t>
            </a:r>
            <a:r>
              <a:rPr lang="ru-RU" dirty="0"/>
              <a:t>после </a:t>
            </a:r>
            <a:r>
              <a:rPr lang="en-US" dirty="0"/>
              <a:t>“</a:t>
            </a:r>
            <a:r>
              <a:rPr lang="ru-RU" dirty="0"/>
              <a:t>инструмента </a:t>
            </a:r>
            <a:r>
              <a:rPr lang="en-US" dirty="0"/>
              <a:t>PSQL”</a:t>
            </a:r>
            <a:r>
              <a:rPr lang="ru-RU" dirty="0"/>
              <a:t> должен идти ещё 1 инструмент, как раз использующийся для работы с кодом.</a:t>
            </a:r>
          </a:p>
        </p:txBody>
      </p:sp>
    </p:spTree>
    <p:extLst>
      <p:ext uri="{BB962C8B-B14F-4D97-AF65-F5344CB8AC3E}">
        <p14:creationId xmlns:p14="http://schemas.microsoft.com/office/powerpoint/2010/main" val="249260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92C27-A0FB-46BE-A2FC-1DB48BEE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Неудачные попытки заполнить таблицу…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B90B9FD-33FB-4BEF-81DA-3962E07AC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450" y="1825625"/>
            <a:ext cx="3979099" cy="4351338"/>
          </a:xfrm>
        </p:spPr>
      </p:pic>
    </p:spTree>
    <p:extLst>
      <p:ext uri="{BB962C8B-B14F-4D97-AF65-F5344CB8AC3E}">
        <p14:creationId xmlns:p14="http://schemas.microsoft.com/office/powerpoint/2010/main" val="314930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89C58-97C7-4144-BBB3-E4880D39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r>
              <a:rPr lang="en-US" dirty="0"/>
              <a:t>: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809E7B-1604-42EB-BD3D-466C5C0A9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Оценка 2.</a:t>
            </a:r>
          </a:p>
          <a:p>
            <a:r>
              <a:rPr lang="ru-RU" dirty="0"/>
              <a:t>2. Абсолютное непонимание, как работать в программе.</a:t>
            </a:r>
          </a:p>
          <a:p>
            <a:r>
              <a:rPr lang="ru-RU" dirty="0"/>
              <a:t>3. Потраченное время.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1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17EA1-462B-44A0-9BD2-DCEC727F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A3171D-9C39-430C-BEC1-1553333E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287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Широкоэкранный</PresentationFormat>
  <Paragraphs>11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Что могло пойти не так?</vt:lpstr>
      <vt:lpstr>Неудачные попытки создать внешний ключ…</vt:lpstr>
      <vt:lpstr>Отсутствие инструмента для создание таблиц через код</vt:lpstr>
      <vt:lpstr>Неудачные попытки заполнить таблицу…</vt:lpstr>
      <vt:lpstr>Итоги: </vt:lpstr>
      <vt:lpstr>Спасибо за внимание.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могло пойти не так?</dc:title>
  <dc:creator>Senya Crazy</dc:creator>
  <cp:lastModifiedBy>Senya Crazy</cp:lastModifiedBy>
  <cp:revision>1</cp:revision>
  <dcterms:created xsi:type="dcterms:W3CDTF">2026-10-24T17:27:03Z</dcterms:created>
  <dcterms:modified xsi:type="dcterms:W3CDTF">2026-10-24T17:27:03Z</dcterms:modified>
</cp:coreProperties>
</file>